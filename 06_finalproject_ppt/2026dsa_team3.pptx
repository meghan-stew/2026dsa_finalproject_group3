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71" d="100"/>
          <a:sy n="71" d="100"/>
        </p:scale>
        <p:origin x="8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332905" y="271848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3</a:t>
            </a:r>
          </a:p>
          <a:p>
            <a:pPr algn="ctr"/>
            <a:r>
              <a:rPr lang="en-US" sz="3200" dirty="0"/>
              <a:t>Bishal </a:t>
            </a:r>
            <a:r>
              <a:rPr lang="en-US" sz="3200" dirty="0" err="1"/>
              <a:t>Gaire</a:t>
            </a:r>
            <a:r>
              <a:rPr lang="en-US" sz="3200" dirty="0"/>
              <a:t> &amp;</a:t>
            </a:r>
          </a:p>
          <a:p>
            <a:pPr algn="ctr"/>
            <a:r>
              <a:rPr lang="en-US" sz="3200" dirty="0"/>
              <a:t>Meghan Stewart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929960"/>
              </p:ext>
            </p:extLst>
          </p:nvPr>
        </p:nvGraphicFramePr>
        <p:xfrm>
          <a:off x="301327" y="3603812"/>
          <a:ext cx="435135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776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126979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53560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Generalized Additive Model (GAM)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585661"/>
              </p:ext>
            </p:extLst>
          </p:nvPr>
        </p:nvGraphicFramePr>
        <p:xfrm>
          <a:off x="4773706" y="974833"/>
          <a:ext cx="7418294" cy="5893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2529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805765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82034"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1116716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Site-year, mean weather variables (</a:t>
                      </a:r>
                      <a:r>
                        <a:rPr lang="en-US" sz="1400" dirty="0" err="1"/>
                        <a:t>tmin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tmax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tmean</a:t>
                      </a:r>
                      <a:r>
                        <a:rPr lang="en-US" sz="1400" dirty="0"/>
                        <a:t> through growing season, mean vapor pressure, solar radiation, day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70% training, 30%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Yield_mg_ha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499583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Removed zero variance variables, </a:t>
                      </a:r>
                      <a:r>
                        <a:rPr lang="en-US" sz="1400" dirty="0" err="1"/>
                        <a:t>convered</a:t>
                      </a:r>
                      <a:r>
                        <a:rPr lang="en-US" sz="1400" dirty="0"/>
                        <a:t> missing and new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Ntrees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min_n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tree_depth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651099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Regular grid search with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vfold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CV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RMSE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82034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Type of best (overall, within 1 </a:t>
                      </a:r>
                      <a:r>
                        <a:rPr lang="en-US" sz="2000" b="0" i="1" dirty="0" err="1"/>
                        <a:t>sd</a:t>
                      </a:r>
                      <a:r>
                        <a:rPr lang="en-US" sz="20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Overall  within 1 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31977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638945" y="58425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parameters: </a:t>
            </a:r>
            <a:r>
              <a:rPr lang="en-US" sz="2400" dirty="0" err="1"/>
              <a:t>XGBoost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A5877BCEC5DD4B8B8828A3F7A44811" ma:contentTypeVersion="16" ma:contentTypeDescription="Create a new document." ma:contentTypeScope="" ma:versionID="67f5a1b2a3d136e1477246d406097dad">
  <xsd:schema xmlns:xsd="http://www.w3.org/2001/XMLSchema" xmlns:xs="http://www.w3.org/2001/XMLSchema" xmlns:p="http://schemas.microsoft.com/office/2006/metadata/properties" xmlns:ns3="bada08c5-b972-4340-98f4-d5d59e900123" xmlns:ns4="fef44dc9-924a-4ad8-b908-1cc2ef2e2278" targetNamespace="http://schemas.microsoft.com/office/2006/metadata/properties" ma:root="true" ma:fieldsID="147adad9e044cb5e972ca82d7d79d7bc" ns3:_="" ns4:_="">
    <xsd:import namespace="bada08c5-b972-4340-98f4-d5d59e900123"/>
    <xsd:import namespace="fef44dc9-924a-4ad8-b908-1cc2ef2e22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a08c5-b972-4340-98f4-d5d59e9001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f44dc9-924a-4ad8-b908-1cc2ef2e2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da08c5-b972-4340-98f4-d5d59e900123" xsi:nil="true"/>
  </documentManagement>
</p:properties>
</file>

<file path=customXml/itemProps1.xml><?xml version="1.0" encoding="utf-8"?>
<ds:datastoreItem xmlns:ds="http://schemas.openxmlformats.org/officeDocument/2006/customXml" ds:itemID="{5EDFB0ED-23EC-4E8F-9128-E5858EED0F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a08c5-b972-4340-98f4-d5d59e900123"/>
    <ds:schemaRef ds:uri="fef44dc9-924a-4ad8-b908-1cc2ef2e22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59CCE9-8060-41A3-807C-8343936474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C28030-D8A9-4159-BFEF-4B51BFBF0E49}">
  <ds:schemaRefs>
    <ds:schemaRef ds:uri="http://purl.org/dc/elements/1.1/"/>
    <ds:schemaRef ds:uri="http://schemas.microsoft.com/office/2006/documentManagement/types"/>
    <ds:schemaRef ds:uri="http://www.w3.org/XML/1998/namespace"/>
    <ds:schemaRef ds:uri="bada08c5-b972-4340-98f4-d5d59e900123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fef44dc9-924a-4ad8-b908-1cc2ef2e227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157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Meghan Mckenzie Stewart</cp:lastModifiedBy>
  <cp:revision>4</cp:revision>
  <dcterms:created xsi:type="dcterms:W3CDTF">2026-03-31T02:58:08Z</dcterms:created>
  <dcterms:modified xsi:type="dcterms:W3CDTF">2026-04-26T21:00:08Z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0x0101001EA5877BCEC5DD4B8B8828A3F7A44811</vt:lpwstr>
  </property>
</Properties>
</file>